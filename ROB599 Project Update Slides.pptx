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476d784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476d784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476d7840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476d7840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476d7840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476d7840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476d7840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476d7840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476d7840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476d7840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for the full pipeline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476d7840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476d7840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of slide 5 last cell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476d7840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476d7840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on structure of code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476d7840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476d7840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476d7840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476d7840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669150" y="620900"/>
            <a:ext cx="10482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Language-Driven Scenario Generation for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Reproducible Social Navigation in a 2D Simulator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Team LetsGo: Yubin C., James S.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&amp; Gaps in Prior Work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Social navigation policies are usually tested on small, hand-crafted scenario sets.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Benchmarks such as SocNavBench[1] provide standardized metrics, but adding new scenarios is still manual and slow.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SocRATES [2] shows that LLMs can help author social-nav scenes, but the pipeline is loosely constrained and not tightly coupled to a concrete simulator + validator.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Scenario languages like Scenic support rich constraints but require users to program distributions, not write natural language.</a:t>
            </a:r>
            <a:endParaRPr sz="17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We lack a way to go from natural-language descriptions to validated, reproducible, simulator-ready 2D social-navigation scenarios at scale.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2350" y="4605750"/>
            <a:ext cx="903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[1] </a:t>
            </a: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Biswas, Abhijat, et al. "Socnavbench: A grounded simulation testing framework for evaluating social navigation." </a:t>
            </a:r>
            <a:r>
              <a:rPr i="1" lang="en" sz="800">
                <a:solidFill>
                  <a:srgbClr val="222222"/>
                </a:solidFill>
                <a:highlight>
                  <a:srgbClr val="FFFFFF"/>
                </a:highlight>
              </a:rPr>
              <a:t>ACM Transactions on Human-Robot Interaction (THRI)</a:t>
            </a: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 11.3 (2022): 1-24.</a:t>
            </a:r>
            <a:endParaRPr sz="8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rgbClr val="FFFFFF"/>
                </a:highlight>
              </a:rPr>
              <a:t>[2] Marpally, Shashank Rao, Pranav Goyal, and Harold Soh. "SocRATES: Towards Automated Scenario-based Testing of Social Navigation Algorithms." arXiv preprint arXiv:2412.19595 (2024).</a:t>
            </a:r>
            <a:endParaRPr sz="8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120"/>
              <a:t>Key Idea</a:t>
            </a:r>
            <a:endParaRPr b="1" i="1" sz="212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017725"/>
            <a:ext cx="8520600" cy="6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500">
                <a:solidFill>
                  <a:schemeClr val="dk1"/>
                </a:solidFill>
              </a:rPr>
              <a:t>Treat language as a front-end to a constrained scenario language</a:t>
            </a:r>
            <a:endParaRPr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500">
                <a:solidFill>
                  <a:schemeClr val="dk1"/>
                </a:solidFill>
              </a:rPr>
              <a:t>Constrain an LLM with a strict JSON schema and a validator + auto-repair layer.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260175" y="1846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120"/>
              <a:t>Technical Approach Sketch</a:t>
            </a:r>
            <a:endParaRPr b="1" i="1" sz="212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2271225"/>
            <a:ext cx="8520600" cy="6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500">
                <a:solidFill>
                  <a:schemeClr val="dk1"/>
                </a:solidFill>
              </a:rPr>
              <a:t>Language → JSON</a:t>
            </a:r>
            <a:endParaRPr sz="15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500">
                <a:solidFill>
                  <a:schemeClr val="dk1"/>
                </a:solidFill>
              </a:rPr>
              <a:t>NL prompt → LLM in structured-JSON mode → scenario JSON with metadata, etc.</a:t>
            </a:r>
            <a:endParaRPr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500">
                <a:solidFill>
                  <a:schemeClr val="dk1"/>
                </a:solidFill>
              </a:rPr>
              <a:t>Constraint / Repair Layer</a:t>
            </a:r>
            <a:endParaRPr sz="15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500">
                <a:solidFill>
                  <a:schemeClr val="dk1"/>
                </a:solidFill>
              </a:rPr>
              <a:t>No overlaps, in-bounds, corridor width ≥ formation width, spawn separation.</a:t>
            </a:r>
            <a:endParaRPr sz="15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500">
                <a:solidFill>
                  <a:schemeClr val="dk1"/>
                </a:solidFill>
              </a:rPr>
              <a:t>Enforce basic social norms: passing side, minimum/comfort distances (coming next).</a:t>
            </a:r>
            <a:endParaRPr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500">
                <a:solidFill>
                  <a:schemeClr val="dk1"/>
                </a:solidFill>
              </a:rPr>
              <a:t>Simulator Runner</a:t>
            </a:r>
            <a:endParaRPr sz="15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500">
                <a:solidFill>
                  <a:schemeClr val="dk1"/>
                </a:solidFill>
              </a:rPr>
              <a:t>Adapter maps JSON → 2D crowd simulator.</a:t>
            </a:r>
            <a:endParaRPr sz="15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500">
                <a:solidFill>
                  <a:schemeClr val="dk1"/>
                </a:solidFill>
              </a:rPr>
              <a:t>Unified runner logs success rate, time-to-goal, min distance, proxemic violations, collisions, deadlocks for ORCA and one RL/MPC baseline.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Preliminary Progress, Open Problems, Questions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Schema &amp; examples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docs/scenario_schema.md with required fields.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Handwritten scenarios: corridor_001.json, corridor_002.json, plus stress-tests (bad_overlap.json, out_of_bounds.json).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Validator &amp; repair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scenario_validator.py checks keys, types, bounds, and overlaps; pushes or snaps agents to feasible positions.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Simulator integration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scenario_adapter.py + run_scenario.py + notebook: load JSON → validate/repair → instantiate scene → run simulation.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Visualizations show robot and humans in corridor scenes; basic success termination working (with a known goal-tolerance issue identified).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Preliminary Progress, Open Problems, Questions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Prompt library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prompts_seed.txt with 15 NL descriptions covering corridors, intersections, and plazas.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Open problems / questions: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How rich should social-norm constraints be (comfort distances, passing side) without over-constraining diversity?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What is a good representation for scenario diversity metrics (layout features vs. early flow fields)?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Which additional policy family (MPC vs. RL) gives the most informative comparison within project time?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94250" y="1043313"/>
            <a:ext cx="37242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5175" y="234500"/>
            <a:ext cx="3276600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7875" y="1118050"/>
            <a:ext cx="454342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25" y="732409"/>
            <a:ext cx="4069475" cy="4083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7050" y="702175"/>
            <a:ext cx="4069475" cy="4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106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8050" y="2293963"/>
            <a:ext cx="2304700" cy="34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6138" y="-1519600"/>
            <a:ext cx="7572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55675" y="2415000"/>
            <a:ext cx="3328475" cy="3206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06988" y="2293975"/>
            <a:ext cx="6543675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 to Final Report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146775" y="1162800"/>
            <a:ext cx="93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Week 1 – Design &amp; plumbing (completed)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JSON schema + examples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Validator &amp; auto-repair stubs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Simulator adapter and smoke tests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15 seed prompts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Week 2 – LLM integration + testin</a:t>
            </a:r>
            <a:r>
              <a:rPr b="1" lang="en" sz="1700">
                <a:solidFill>
                  <a:schemeClr val="dk1"/>
                </a:solidFill>
              </a:rPr>
              <a:t>g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Structured prompts and JSON-only decoding; robust</a:t>
            </a:r>
            <a:r>
              <a:rPr lang="en" sz="1700">
                <a:solidFill>
                  <a:schemeClr val="dk1"/>
                </a:solidFill>
              </a:rPr>
              <a:t>ness</a:t>
            </a:r>
            <a:r>
              <a:rPr lang="en" sz="1700">
                <a:solidFill>
                  <a:schemeClr val="dk1"/>
                </a:solidFill>
              </a:rPr>
              <a:t> to malformed output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Unit tests for validators; logging + manifest.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Batch script: prompt → draft JSON → repair → save; generate ≈80 draft scenarios.</a:t>
            </a:r>
            <a:br>
              <a:rPr lang="en" sz="1700">
                <a:solidFill>
                  <a:schemeClr val="dk1"/>
                </a:solidFill>
              </a:rPr>
            </a:b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Timeline to Final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935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Week 3 – Scaling + policy baselines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Expand to ≈200 repaired scenarios; coverage over corridor/intersection/plaza.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Integrate ORCA; integrate one additional baseline (MPC/RL) with metrics logging.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Week 4 – Analysis + report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Analyze feasibility / repair rates and diversity.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Policy discrimination plots and ablations (e.g., validators on/off, temperature).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Final write-up and presentation.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